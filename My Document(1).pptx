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2" r:id="rId7"/>
  </p:sldIdLst>
  <p:sldSz cx="11430000" cy="66421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84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7387" y="2435437"/>
            <a:ext cx="8358187" cy="2191545"/>
          </a:xfrm>
        </p:spPr>
        <p:txBody>
          <a:bodyPr anchor="b">
            <a:normAutofit/>
          </a:bodyPr>
          <a:lstStyle>
            <a:lvl1pPr>
              <a:defRPr sz="506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7387" y="4626980"/>
            <a:ext cx="8358187" cy="1090826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8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72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431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71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00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187690"/>
            <a:ext cx="1635611" cy="754078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4386944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56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0867" y="604462"/>
            <a:ext cx="8354707" cy="124056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7386" y="2066431"/>
            <a:ext cx="8358188" cy="365869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59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1993938"/>
            <a:ext cx="8358187" cy="1422560"/>
          </a:xfrm>
        </p:spPr>
        <p:txBody>
          <a:bodyPr anchor="b"/>
          <a:lstStyle>
            <a:lvl1pPr algn="l">
              <a:defRPr sz="375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7387" y="3418995"/>
            <a:ext cx="8358187" cy="833313"/>
          </a:xfrm>
        </p:spPr>
        <p:txBody>
          <a:bodyPr anchor="t"/>
          <a:lstStyle>
            <a:lvl1pPr marL="0" indent="0" algn="l">
              <a:buNone/>
              <a:defRPr sz="187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3078122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3142009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310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27386" y="2066431"/>
            <a:ext cx="4044248" cy="36586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1325" y="2059285"/>
            <a:ext cx="4044248" cy="365869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762982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9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55662" y="1910600"/>
            <a:ext cx="3743186" cy="558120"/>
          </a:xfrm>
        </p:spPr>
        <p:txBody>
          <a:bodyPr anchor="b">
            <a:noAutofit/>
          </a:bodyPr>
          <a:lstStyle>
            <a:lvl1pPr marL="0" indent="0">
              <a:buNone/>
              <a:defRPr sz="2250" b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27387" y="2468721"/>
            <a:ext cx="4071462" cy="324846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7465" y="1907473"/>
            <a:ext cx="3749063" cy="558120"/>
          </a:xfrm>
        </p:spPr>
        <p:txBody>
          <a:bodyPr anchor="b">
            <a:noAutofit/>
          </a:bodyPr>
          <a:lstStyle>
            <a:lvl1pPr marL="0" indent="0">
              <a:buNone/>
              <a:defRPr sz="2250" b="0"/>
            </a:lvl1pPr>
            <a:lvl2pPr marL="428625" indent="0">
              <a:buNone/>
              <a:defRPr sz="1875" b="1"/>
            </a:lvl2pPr>
            <a:lvl3pPr marL="857250" indent="0">
              <a:buNone/>
              <a:defRPr sz="1688" b="1"/>
            </a:lvl3pPr>
            <a:lvl4pPr marL="1285875" indent="0">
              <a:buNone/>
              <a:defRPr sz="1500" b="1"/>
            </a:lvl4pPr>
            <a:lvl5pPr marL="1714500" indent="0">
              <a:buNone/>
              <a:defRPr sz="1500" b="1"/>
            </a:lvl5pPr>
            <a:lvl6pPr marL="2143125" indent="0">
              <a:buNone/>
              <a:defRPr sz="1500" b="1"/>
            </a:lvl6pPr>
            <a:lvl7pPr marL="2571750" indent="0">
              <a:buNone/>
              <a:defRPr sz="1500" b="1"/>
            </a:lvl7pPr>
            <a:lvl8pPr marL="3000375" indent="0">
              <a:buNone/>
              <a:defRPr sz="1500" b="1"/>
            </a:lvl8pPr>
            <a:lvl9pPr marL="3429000" indent="0">
              <a:buNone/>
              <a:defRPr sz="15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9022" y="2465595"/>
            <a:ext cx="4067507" cy="324846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762982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1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42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432045"/>
            <a:ext cx="3286124" cy="945576"/>
          </a:xfrm>
        </p:spPr>
        <p:txBody>
          <a:bodyPr anchor="b"/>
          <a:lstStyle>
            <a:lvl1pPr algn="l">
              <a:defRPr sz="1875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7824" y="432045"/>
            <a:ext cx="4857750" cy="5244492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7387" y="1548286"/>
            <a:ext cx="3286124" cy="4128248"/>
          </a:xfrm>
        </p:spPr>
        <p:txBody>
          <a:bodyPr/>
          <a:lstStyle>
            <a:lvl1pPr marL="0" indent="0">
              <a:buNone/>
              <a:defRPr sz="1313"/>
            </a:lvl1pPr>
            <a:lvl2pPr marL="428625" indent="0">
              <a:buNone/>
              <a:defRPr sz="1125"/>
            </a:lvl2pPr>
            <a:lvl3pPr marL="857250" indent="0">
              <a:buNone/>
              <a:defRPr sz="938"/>
            </a:lvl3pPr>
            <a:lvl4pPr marL="1285875" indent="0">
              <a:buNone/>
              <a:defRPr sz="844"/>
            </a:lvl4pPr>
            <a:lvl5pPr marL="1714500" indent="0">
              <a:buNone/>
              <a:defRPr sz="844"/>
            </a:lvl5pPr>
            <a:lvl6pPr marL="2143125" indent="0">
              <a:buNone/>
              <a:defRPr sz="844"/>
            </a:lvl6pPr>
            <a:lvl7pPr marL="2571750" indent="0">
              <a:buNone/>
              <a:defRPr sz="844"/>
            </a:lvl7pPr>
            <a:lvl8pPr marL="3000375" indent="0">
              <a:buNone/>
              <a:defRPr sz="844"/>
            </a:lvl8pPr>
            <a:lvl9pPr marL="3429000" indent="0">
              <a:buNone/>
              <a:defRPr sz="84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14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4649470"/>
            <a:ext cx="8358188" cy="548896"/>
          </a:xfrm>
        </p:spPr>
        <p:txBody>
          <a:bodyPr anchor="b">
            <a:normAutofit/>
          </a:bodyPr>
          <a:lstStyle>
            <a:lvl1pPr algn="l">
              <a:defRPr sz="225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27386" y="614975"/>
            <a:ext cx="8358188" cy="3733610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428625" indent="0">
              <a:buNone/>
              <a:defRPr sz="1500"/>
            </a:lvl2pPr>
            <a:lvl3pPr marL="857250" indent="0">
              <a:buNone/>
              <a:defRPr sz="1500"/>
            </a:lvl3pPr>
            <a:lvl4pPr marL="1285875" indent="0">
              <a:buNone/>
              <a:defRPr sz="1500"/>
            </a:lvl4pPr>
            <a:lvl5pPr marL="1714500" indent="0">
              <a:buNone/>
              <a:defRPr sz="1500"/>
            </a:lvl5pPr>
            <a:lvl6pPr marL="2143125" indent="0">
              <a:buNone/>
              <a:defRPr sz="1500"/>
            </a:lvl6pPr>
            <a:lvl7pPr marL="2571750" indent="0">
              <a:buNone/>
              <a:defRPr sz="1500"/>
            </a:lvl7pPr>
            <a:lvl8pPr marL="3000375" indent="0">
              <a:buNone/>
              <a:defRPr sz="1500"/>
            </a:lvl8pPr>
            <a:lvl9pPr marL="34290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7387" y="5198366"/>
            <a:ext cx="8358188" cy="478169"/>
          </a:xfrm>
        </p:spPr>
        <p:txBody>
          <a:bodyPr>
            <a:normAutofit/>
          </a:bodyPr>
          <a:lstStyle>
            <a:lvl1pPr marL="0" indent="0">
              <a:buNone/>
              <a:defRPr sz="1125"/>
            </a:lvl1pPr>
            <a:lvl2pPr marL="428625" indent="0">
              <a:buNone/>
              <a:defRPr sz="1125"/>
            </a:lvl2pPr>
            <a:lvl3pPr marL="857250" indent="0">
              <a:buNone/>
              <a:defRPr sz="938"/>
            </a:lvl3pPr>
            <a:lvl4pPr marL="1285875" indent="0">
              <a:buNone/>
              <a:defRPr sz="844"/>
            </a:lvl4pPr>
            <a:lvl5pPr marL="1714500" indent="0">
              <a:buNone/>
              <a:defRPr sz="844"/>
            </a:lvl5pPr>
            <a:lvl6pPr marL="2143125" indent="0">
              <a:buNone/>
              <a:defRPr sz="844"/>
            </a:lvl6pPr>
            <a:lvl7pPr marL="2571750" indent="0">
              <a:buNone/>
              <a:defRPr sz="844"/>
            </a:lvl7pPr>
            <a:lvl8pPr marL="3000375" indent="0">
              <a:buNone/>
              <a:defRPr sz="844"/>
            </a:lvl8pPr>
            <a:lvl9pPr marL="3429000" indent="0">
              <a:buNone/>
              <a:defRPr sz="84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4757097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8574" y="4826213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6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590409"/>
            <a:ext cx="8358187" cy="3018911"/>
          </a:xfrm>
        </p:spPr>
        <p:txBody>
          <a:bodyPr anchor="ctr">
            <a:normAutofit/>
          </a:bodyPr>
          <a:lstStyle>
            <a:lvl1pPr algn="l">
              <a:defRPr sz="45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7387" y="4216974"/>
            <a:ext cx="8358187" cy="1506883"/>
          </a:xfrm>
        </p:spPr>
        <p:txBody>
          <a:bodyPr anchor="ctr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3078122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3142009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2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1827" y="590409"/>
            <a:ext cx="7869306" cy="2804442"/>
          </a:xfrm>
        </p:spPr>
        <p:txBody>
          <a:bodyPr anchor="ctr">
            <a:normAutofit/>
          </a:bodyPr>
          <a:lstStyle>
            <a:lvl1pPr algn="l">
              <a:defRPr sz="45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0324" y="3394851"/>
            <a:ext cx="7065519" cy="36900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7387" y="4216974"/>
            <a:ext cx="8358187" cy="1506883"/>
          </a:xfrm>
        </p:spPr>
        <p:txBody>
          <a:bodyPr anchor="ctr">
            <a:normAutofit/>
          </a:bodyPr>
          <a:lstStyle>
            <a:lvl1pPr marL="0" indent="0" algn="l">
              <a:buNone/>
              <a:defRPr sz="168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28625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2pPr>
            <a:lvl3pPr marL="85725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858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4pPr>
            <a:lvl5pPr marL="17145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5pPr>
            <a:lvl6pPr marL="214312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6pPr>
            <a:lvl7pPr marL="257175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7pPr>
            <a:lvl8pPr marL="3000375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8pPr>
            <a:lvl9pPr marL="3429000" indent="0">
              <a:buNone/>
              <a:defRPr sz="13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927" y="3078122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8574" y="3142009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313424" y="627605"/>
            <a:ext cx="571500" cy="566366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0174" y="2813843"/>
            <a:ext cx="571500" cy="566366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764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2361636"/>
            <a:ext cx="8358188" cy="2639063"/>
          </a:xfrm>
        </p:spPr>
        <p:txBody>
          <a:bodyPr anchor="b">
            <a:normAutofit/>
          </a:bodyPr>
          <a:lstStyle>
            <a:lvl1pPr algn="l">
              <a:defRPr sz="4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7387" y="5018476"/>
            <a:ext cx="8358188" cy="70665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4757097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8574" y="4826213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568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71827" y="590409"/>
            <a:ext cx="7869306" cy="2804442"/>
          </a:xfrm>
        </p:spPr>
        <p:txBody>
          <a:bodyPr anchor="ctr">
            <a:normAutofit/>
          </a:bodyPr>
          <a:lstStyle>
            <a:lvl1pPr algn="l">
              <a:defRPr sz="45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27386" y="4206663"/>
            <a:ext cx="8358188" cy="8118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250">
                <a:solidFill>
                  <a:schemeClr val="accent1"/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7387" y="5018476"/>
            <a:ext cx="8358188" cy="70665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927" y="4757097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8574" y="4826213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313424" y="627605"/>
            <a:ext cx="571500" cy="566366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0174" y="2813843"/>
            <a:ext cx="571500" cy="566366"/>
          </a:xfrm>
          <a:prstGeom prst="rect">
            <a:avLst/>
          </a:prstGeom>
        </p:spPr>
        <p:txBody>
          <a:bodyPr vert="horz" lIns="85725" tIns="42863" rIns="85725" bIns="42863" rtlCol="0" anchor="ctr">
            <a:noAutofit/>
          </a:bodyPr>
          <a:lstStyle/>
          <a:p>
            <a:pPr lvl="0"/>
            <a:r>
              <a:rPr lang="en-US" sz="7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5196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7387" y="607655"/>
            <a:ext cx="8358187" cy="2789353"/>
          </a:xfrm>
        </p:spPr>
        <p:txBody>
          <a:bodyPr anchor="ctr">
            <a:normAutofit/>
          </a:bodyPr>
          <a:lstStyle>
            <a:lvl1pPr algn="l">
              <a:defRPr sz="45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27386" y="4206663"/>
            <a:ext cx="8358188" cy="81181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250">
                <a:solidFill>
                  <a:schemeClr val="accent1"/>
                </a:solidFill>
              </a:defRPr>
            </a:lvl1pPr>
            <a:lvl2pPr marL="428625" indent="0">
              <a:buFontTx/>
              <a:buNone/>
              <a:defRPr/>
            </a:lvl2pPr>
            <a:lvl3pPr marL="857250" indent="0">
              <a:buFontTx/>
              <a:buNone/>
              <a:defRPr/>
            </a:lvl3pPr>
            <a:lvl4pPr marL="1285875" indent="0">
              <a:buFontTx/>
              <a:buNone/>
              <a:defRPr/>
            </a:lvl4pPr>
            <a:lvl5pPr marL="17145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27387" y="5018476"/>
            <a:ext cx="8358188" cy="70665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927" y="4757097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8574" y="4826213"/>
            <a:ext cx="731032" cy="35363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55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6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3887" y="607654"/>
            <a:ext cx="2069626" cy="5117475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27386" y="607654"/>
            <a:ext cx="6072188" cy="511747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927" y="691886"/>
            <a:ext cx="1489244" cy="49132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2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1403"/>
            <a:ext cx="2673296" cy="642963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5520" y="-761"/>
            <a:ext cx="2209382" cy="6638264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71450" cy="6642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30867" y="604462"/>
            <a:ext cx="8354707" cy="12405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27386" y="2066431"/>
            <a:ext cx="8358188" cy="376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4012" y="5937442"/>
            <a:ext cx="1074640" cy="358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7387" y="5942644"/>
            <a:ext cx="7143749" cy="353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498574" y="762982"/>
            <a:ext cx="731032" cy="353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5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3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28625" rtl="0" eaLnBrk="1" latinLnBrk="0" hangingPunct="1">
        <a:spcBef>
          <a:spcPct val="0"/>
        </a:spcBef>
        <a:buNone/>
        <a:defRPr sz="3375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21469" indent="-321469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96516" indent="-267891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7156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31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0018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92881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35743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78606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214688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643313" indent="-214313" algn="l" defTabSz="428625" rtl="0" eaLnBrk="1" latinLnBrk="0" hangingPunct="1">
        <a:spcBef>
          <a:spcPts val="938"/>
        </a:spcBef>
        <a:spcAft>
          <a:spcPts val="0"/>
        </a:spcAft>
        <a:buClr>
          <a:schemeClr val="accent1"/>
        </a:buClr>
        <a:buFont typeface="Wingdings 3" charset="2"/>
        <a:buChar char=""/>
        <a:defRPr sz="112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000" algn="l" defTabSz="428625" rtl="0" eaLnBrk="1" latinLnBrk="0" hangingPunct="1">
        <a:defRPr sz="1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7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42" Type="http://schemas.openxmlformats.org/officeDocument/2006/relationships/image" Target="../media/image67.png"/><Relationship Id="rId47" Type="http://schemas.openxmlformats.org/officeDocument/2006/relationships/image" Target="../media/image72.png"/><Relationship Id="rId50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6" Type="http://schemas.openxmlformats.org/officeDocument/2006/relationships/image" Target="../media/image41.png"/><Relationship Id="rId29" Type="http://schemas.openxmlformats.org/officeDocument/2006/relationships/image" Target="../media/image54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45" Type="http://schemas.openxmlformats.org/officeDocument/2006/relationships/image" Target="../media/image70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49" Type="http://schemas.openxmlformats.org/officeDocument/2006/relationships/image" Target="../media/image74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4" Type="http://schemas.openxmlformats.org/officeDocument/2006/relationships/image" Target="../media/image69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43" Type="http://schemas.openxmlformats.org/officeDocument/2006/relationships/image" Target="../media/image68.png"/><Relationship Id="rId48" Type="http://schemas.openxmlformats.org/officeDocument/2006/relationships/image" Target="../media/image73.png"/><Relationship Id="rId8" Type="http://schemas.openxmlformats.org/officeDocument/2006/relationships/image" Target="../media/image33.png"/><Relationship Id="rId51" Type="http://schemas.openxmlformats.org/officeDocument/2006/relationships/image" Target="../media/image75.png"/><Relationship Id="rId3" Type="http://schemas.openxmlformats.org/officeDocument/2006/relationships/image" Target="../media/image28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Relationship Id="rId46" Type="http://schemas.openxmlformats.org/officeDocument/2006/relationships/image" Target="../media/image71.png"/><Relationship Id="rId20" Type="http://schemas.openxmlformats.org/officeDocument/2006/relationships/image" Target="../media/image45.png"/><Relationship Id="rId41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0.png"/><Relationship Id="rId21" Type="http://schemas.openxmlformats.org/officeDocument/2006/relationships/image" Target="../media/image95.png"/><Relationship Id="rId42" Type="http://schemas.openxmlformats.org/officeDocument/2006/relationships/image" Target="../media/image115.png"/><Relationship Id="rId47" Type="http://schemas.openxmlformats.org/officeDocument/2006/relationships/image" Target="../media/image120.png"/><Relationship Id="rId63" Type="http://schemas.openxmlformats.org/officeDocument/2006/relationships/image" Target="../media/image136.png"/><Relationship Id="rId68" Type="http://schemas.openxmlformats.org/officeDocument/2006/relationships/image" Target="../media/image141.png"/><Relationship Id="rId2" Type="http://schemas.openxmlformats.org/officeDocument/2006/relationships/image" Target="../media/image1.png"/><Relationship Id="rId16" Type="http://schemas.openxmlformats.org/officeDocument/2006/relationships/image" Target="../media/image90.png"/><Relationship Id="rId29" Type="http://schemas.openxmlformats.org/officeDocument/2006/relationships/image" Target="../media/image103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32" Type="http://schemas.openxmlformats.org/officeDocument/2006/relationships/image" Target="../media/image106.png"/><Relationship Id="rId37" Type="http://schemas.openxmlformats.org/officeDocument/2006/relationships/image" Target="../media/image111.png"/><Relationship Id="rId40" Type="http://schemas.openxmlformats.org/officeDocument/2006/relationships/image" Target="../media/image42.png"/><Relationship Id="rId45" Type="http://schemas.openxmlformats.org/officeDocument/2006/relationships/image" Target="../media/image118.png"/><Relationship Id="rId53" Type="http://schemas.openxmlformats.org/officeDocument/2006/relationships/image" Target="../media/image126.png"/><Relationship Id="rId58" Type="http://schemas.openxmlformats.org/officeDocument/2006/relationships/image" Target="../media/image131.png"/><Relationship Id="rId66" Type="http://schemas.openxmlformats.org/officeDocument/2006/relationships/image" Target="../media/image139.png"/><Relationship Id="rId74" Type="http://schemas.openxmlformats.org/officeDocument/2006/relationships/image" Target="../media/image146.png"/><Relationship Id="rId5" Type="http://schemas.openxmlformats.org/officeDocument/2006/relationships/image" Target="../media/image79.png"/><Relationship Id="rId61" Type="http://schemas.openxmlformats.org/officeDocument/2006/relationships/image" Target="../media/image134.png"/><Relationship Id="rId19" Type="http://schemas.openxmlformats.org/officeDocument/2006/relationships/image" Target="../media/image9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1.png"/><Relationship Id="rId30" Type="http://schemas.openxmlformats.org/officeDocument/2006/relationships/image" Target="../media/image104.png"/><Relationship Id="rId35" Type="http://schemas.openxmlformats.org/officeDocument/2006/relationships/image" Target="../media/image109.png"/><Relationship Id="rId43" Type="http://schemas.openxmlformats.org/officeDocument/2006/relationships/image" Target="../media/image116.png"/><Relationship Id="rId48" Type="http://schemas.openxmlformats.org/officeDocument/2006/relationships/image" Target="../media/image121.png"/><Relationship Id="rId56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openxmlformats.org/officeDocument/2006/relationships/image" Target="../media/image142.png"/><Relationship Id="rId8" Type="http://schemas.openxmlformats.org/officeDocument/2006/relationships/image" Target="../media/image82.png"/><Relationship Id="rId51" Type="http://schemas.openxmlformats.org/officeDocument/2006/relationships/image" Target="../media/image124.png"/><Relationship Id="rId72" Type="http://schemas.openxmlformats.org/officeDocument/2006/relationships/image" Target="../media/image145.png"/><Relationship Id="rId3" Type="http://schemas.openxmlformats.org/officeDocument/2006/relationships/image" Target="../media/image28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5" Type="http://schemas.openxmlformats.org/officeDocument/2006/relationships/image" Target="../media/image99.png"/><Relationship Id="rId33" Type="http://schemas.openxmlformats.org/officeDocument/2006/relationships/image" Target="../media/image107.png"/><Relationship Id="rId38" Type="http://schemas.openxmlformats.org/officeDocument/2006/relationships/image" Target="../media/image112.png"/><Relationship Id="rId46" Type="http://schemas.openxmlformats.org/officeDocument/2006/relationships/image" Target="../media/image119.png"/><Relationship Id="rId59" Type="http://schemas.openxmlformats.org/officeDocument/2006/relationships/image" Target="../media/image132.png"/><Relationship Id="rId67" Type="http://schemas.openxmlformats.org/officeDocument/2006/relationships/image" Target="../media/image140.png"/><Relationship Id="rId20" Type="http://schemas.openxmlformats.org/officeDocument/2006/relationships/image" Target="../media/image94.png"/><Relationship Id="rId41" Type="http://schemas.openxmlformats.org/officeDocument/2006/relationships/image" Target="../media/image114.png"/><Relationship Id="rId54" Type="http://schemas.openxmlformats.org/officeDocument/2006/relationships/image" Target="../media/image127.png"/><Relationship Id="rId62" Type="http://schemas.openxmlformats.org/officeDocument/2006/relationships/image" Target="../media/image135.png"/><Relationship Id="rId70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28" Type="http://schemas.openxmlformats.org/officeDocument/2006/relationships/image" Target="../media/image102.png"/><Relationship Id="rId36" Type="http://schemas.openxmlformats.org/officeDocument/2006/relationships/image" Target="../media/image110.png"/><Relationship Id="rId49" Type="http://schemas.openxmlformats.org/officeDocument/2006/relationships/image" Target="../media/image122.png"/><Relationship Id="rId57" Type="http://schemas.openxmlformats.org/officeDocument/2006/relationships/image" Target="../media/image130.png"/><Relationship Id="rId10" Type="http://schemas.openxmlformats.org/officeDocument/2006/relationships/image" Target="../media/image84.png"/><Relationship Id="rId31" Type="http://schemas.openxmlformats.org/officeDocument/2006/relationships/image" Target="../media/image105.png"/><Relationship Id="rId44" Type="http://schemas.openxmlformats.org/officeDocument/2006/relationships/image" Target="../media/image117.png"/><Relationship Id="rId52" Type="http://schemas.openxmlformats.org/officeDocument/2006/relationships/image" Target="../media/image125.png"/><Relationship Id="rId60" Type="http://schemas.openxmlformats.org/officeDocument/2006/relationships/image" Target="../media/image133.png"/><Relationship Id="rId65" Type="http://schemas.openxmlformats.org/officeDocument/2006/relationships/image" Target="../media/image138.png"/><Relationship Id="rId73" Type="http://schemas.openxmlformats.org/officeDocument/2006/relationships/image" Target="../media/image5.png"/><Relationship Id="rId4" Type="http://schemas.openxmlformats.org/officeDocument/2006/relationships/image" Target="../media/image29.png"/><Relationship Id="rId9" Type="http://schemas.openxmlformats.org/officeDocument/2006/relationships/image" Target="../media/image83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9" Type="http://schemas.openxmlformats.org/officeDocument/2006/relationships/image" Target="../media/image113.png"/><Relationship Id="rId34" Type="http://schemas.openxmlformats.org/officeDocument/2006/relationships/image" Target="../media/image108.png"/><Relationship Id="rId50" Type="http://schemas.openxmlformats.org/officeDocument/2006/relationships/image" Target="../media/image123.png"/><Relationship Id="rId55" Type="http://schemas.openxmlformats.org/officeDocument/2006/relationships/image" Target="../media/image128.png"/><Relationship Id="rId7" Type="http://schemas.openxmlformats.org/officeDocument/2006/relationships/image" Target="../media/image81.png"/><Relationship Id="rId71" Type="http://schemas.openxmlformats.org/officeDocument/2006/relationships/image" Target="../media/image14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642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100330"/>
            <a:ext cx="4286250" cy="6438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440" y="2777054"/>
            <a:ext cx="5578450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440" y="3567210"/>
            <a:ext cx="459125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companion </a:t>
            </a:r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navigating stress and depression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800" y="6024880"/>
            <a:ext cx="1758950" cy="425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24880"/>
            <a:ext cx="1143000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63955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663955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00" cy="663955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6382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286250" cy="6642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0" y="2336800"/>
            <a:ext cx="5937250" cy="1968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400" y="2298700"/>
            <a:ext cx="6013450" cy="2044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300" y="2514600"/>
            <a:ext cx="514350" cy="514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2250" y="2774950"/>
            <a:ext cx="44450" cy="44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0" y="2673350"/>
            <a:ext cx="114300" cy="127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0650" y="2667000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7650" y="2724150"/>
            <a:ext cx="69850" cy="69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5100" y="2837180"/>
            <a:ext cx="161289" cy="2031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45100" y="2858770"/>
            <a:ext cx="161289" cy="20319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89500" y="4476750"/>
            <a:ext cx="5937250" cy="1682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1400" y="4438650"/>
            <a:ext cx="6013450" cy="1758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67300" y="4654550"/>
            <a:ext cx="514350" cy="520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84800" y="4895850"/>
            <a:ext cx="63500" cy="101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13350" y="4965700"/>
            <a:ext cx="57150" cy="31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7800" y="4832350"/>
            <a:ext cx="146050" cy="82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00650" y="4889500"/>
            <a:ext cx="69850" cy="952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60340" y="4980940"/>
            <a:ext cx="138430" cy="20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86960" y="469464"/>
            <a:ext cx="5474576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Stress and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6960" y="1000324"/>
            <a:ext cx="503086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Depression: The 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6960" y="1500704"/>
            <a:ext cx="157575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7300" y="3168134"/>
            <a:ext cx="1898790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7300" y="3554442"/>
            <a:ext cx="565000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Body's reaction to life's pressures affecting physical, emotional, 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67300" y="3839141"/>
            <a:ext cx="108363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67300" y="5338862"/>
            <a:ext cx="107741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67300" y="5712316"/>
            <a:ext cx="5543184" cy="2923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9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Persistent sadness and loss of interest impacting daily functioning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75800" y="6121400"/>
            <a:ext cx="1758950" cy="425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84850" y="6146800"/>
            <a:ext cx="564515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64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8340" y="1900754"/>
            <a:ext cx="4363695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9440" y="2786796"/>
            <a:ext cx="733373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mental health companion provides essential tools to support your well-being: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898" y="3224013"/>
            <a:ext cx="1000274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8850" y="3258601"/>
            <a:ext cx="157774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Mood Tracking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9920" y="3240822"/>
            <a:ext cx="78733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330" y="3639749"/>
            <a:ext cx="265457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thoughts and feelings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640385"/>
            <a:ext cx="2524153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 your emotional state daily.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5470" y="3640385"/>
            <a:ext cx="250709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 with a supportive, non-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330" y="3906449"/>
            <a:ext cx="241412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gain deeper self-awareness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3889306"/>
            <a:ext cx="258942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trends and understand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5470" y="3906449"/>
            <a:ext cx="249433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judgmental AI for personalized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330" y="4182040"/>
            <a:ext cx="2236061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progress and identify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4182040"/>
            <a:ext cx="264495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influences your well-being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5470" y="4183311"/>
            <a:ext cx="248625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coping strategies and guidance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330" y="4458265"/>
            <a:ext cx="149720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 over time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5470" y="4449375"/>
            <a:ext cx="1152560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available 24/7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49979"/>
            <a:ext cx="69850" cy="508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650" y="3484879"/>
            <a:ext cx="50800" cy="698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250" y="3249930"/>
            <a:ext cx="63500" cy="82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250" y="3637279"/>
            <a:ext cx="76200" cy="63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050" y="3535679"/>
            <a:ext cx="82550" cy="31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390" y="3548379"/>
            <a:ext cx="38100" cy="11176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050" y="3548379"/>
            <a:ext cx="38100" cy="12192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550" y="3484879"/>
            <a:ext cx="50800" cy="762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319" y="3303270"/>
            <a:ext cx="38100" cy="8128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1990" y="3319779"/>
            <a:ext cx="179069" cy="381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3260" y="3388360"/>
            <a:ext cx="134620" cy="381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869" y="3426460"/>
            <a:ext cx="38100" cy="7239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650" y="3364229"/>
            <a:ext cx="139700" cy="82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760" y="3435350"/>
            <a:ext cx="38100" cy="63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9950" y="3249930"/>
            <a:ext cx="69850" cy="63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4050" y="3243580"/>
            <a:ext cx="229869" cy="38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8170" y="3317240"/>
            <a:ext cx="38100" cy="33401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020" y="3671570"/>
            <a:ext cx="222249" cy="381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300" y="3656329"/>
            <a:ext cx="63500" cy="44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9450" y="3561079"/>
            <a:ext cx="38100" cy="508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86250" y="3497579"/>
            <a:ext cx="133350" cy="120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4200" y="3497579"/>
            <a:ext cx="133350" cy="889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65600" y="3249930"/>
            <a:ext cx="234950" cy="1270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27500" y="3503929"/>
            <a:ext cx="171450" cy="381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75150" y="3338829"/>
            <a:ext cx="107950" cy="1587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94200" y="3586479"/>
            <a:ext cx="120650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05300" y="3592829"/>
            <a:ext cx="114300" cy="1079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76700" y="3351529"/>
            <a:ext cx="114300" cy="1778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861300" y="3357879"/>
            <a:ext cx="76200" cy="508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54950" y="3415029"/>
            <a:ext cx="82550" cy="508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677150" y="3446779"/>
            <a:ext cx="177800" cy="952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613650" y="3415029"/>
            <a:ext cx="50800" cy="508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613650" y="3357879"/>
            <a:ext cx="57150" cy="508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39050" y="3249930"/>
            <a:ext cx="279400" cy="13335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64450" y="3364229"/>
            <a:ext cx="38100" cy="1079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835900" y="3376929"/>
            <a:ext cx="50800" cy="1270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886700" y="3554729"/>
            <a:ext cx="76200" cy="10795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18450" y="3662679"/>
            <a:ext cx="44450" cy="381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8250" y="3656329"/>
            <a:ext cx="38100" cy="4445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594600" y="3542029"/>
            <a:ext cx="95250" cy="10160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829550" y="3440429"/>
            <a:ext cx="76200" cy="698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787640" y="3477260"/>
            <a:ext cx="55879" cy="3810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702550" y="3529329"/>
            <a:ext cx="146050" cy="5715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823200" y="3529329"/>
            <a:ext cx="88900" cy="508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670800" y="3281679"/>
            <a:ext cx="215900" cy="1206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614920" y="3671570"/>
            <a:ext cx="317500" cy="381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64450" y="3529329"/>
            <a:ext cx="63500" cy="3810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575800" y="6024880"/>
            <a:ext cx="1758950" cy="4254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937500" y="5993130"/>
            <a:ext cx="34925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430000" cy="6642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100330"/>
            <a:ext cx="4286250" cy="6438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9440" y="1033344"/>
            <a:ext cx="4618252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 Mental Health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440" y="1557854"/>
            <a:ext cx="4215898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Companion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520" y="2272149"/>
            <a:ext cx="282129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440" y="2722364"/>
            <a:ext cx="2572820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440" y="3118901"/>
            <a:ext cx="386541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Tracks mood, symptoms, and triggers 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470" y="3615809"/>
            <a:ext cx="282129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440" y="4057134"/>
            <a:ext cx="186576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</a:t>
            </a:r>
            <a:endParaRPr lang="en-US" sz="2400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9440" y="4453672"/>
            <a:ext cx="2888611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 signs and take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440" y="5069135"/>
            <a:ext cx="485902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we can </a:t>
            </a:r>
            <a:r>
              <a:rPr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mental wellness, and save lives</a:t>
            </a:r>
            <a:r>
              <a:rPr sz="135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" y="2633980"/>
            <a:ext cx="5943600" cy="19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40" y="3967479"/>
            <a:ext cx="5943600" cy="190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800" y="6024880"/>
            <a:ext cx="1758950" cy="425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031230"/>
            <a:ext cx="11430000" cy="610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0330"/>
            <a:ext cx="11430000" cy="6438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642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440" y="1560394"/>
            <a:ext cx="7945124" cy="61555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4000" b="1" spc="-1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and Treatments That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420" y="2396609"/>
            <a:ext cx="2584875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Self-Care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8420" y="2805211"/>
            <a:ext cx="643445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exercise, healthy diet, sleep hygiene, and mindfulness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420" y="3398003"/>
            <a:ext cx="2499915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8420" y="3794541"/>
            <a:ext cx="378949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US" sz="2000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000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ounseling</a:t>
            </a:r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medication when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420" y="4393684"/>
            <a:ext cx="2366866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8420" y="4787046"/>
            <a:ext cx="664605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000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Relaxation techniques, assertiveness training, and time management skills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" y="2646680"/>
            <a:ext cx="95250" cy="82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2602230"/>
            <a:ext cx="50800" cy="63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792730"/>
            <a:ext cx="114300" cy="63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2646680"/>
            <a:ext cx="76200" cy="698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640330"/>
            <a:ext cx="88900" cy="44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150" y="2608580"/>
            <a:ext cx="95250" cy="698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" y="2589530"/>
            <a:ext cx="107950" cy="571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800" y="2786380"/>
            <a:ext cx="44450" cy="82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950" y="2900680"/>
            <a:ext cx="76200" cy="82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9950" y="2799080"/>
            <a:ext cx="57150" cy="63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300" y="2830830"/>
            <a:ext cx="95250" cy="82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650" y="2437130"/>
            <a:ext cx="13335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3600" y="2646680"/>
            <a:ext cx="7620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" y="2729230"/>
            <a:ext cx="101600" cy="889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1869" y="2691130"/>
            <a:ext cx="63500" cy="45719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9000" y="2564130"/>
            <a:ext cx="69850" cy="571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3750" y="2532380"/>
            <a:ext cx="120650" cy="571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9300" y="2526030"/>
            <a:ext cx="76200" cy="571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04850" y="2551430"/>
            <a:ext cx="76200" cy="82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6600" y="2640330"/>
            <a:ext cx="107950" cy="1841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14400" y="2837180"/>
            <a:ext cx="63500" cy="1270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7100" y="2589530"/>
            <a:ext cx="57150" cy="825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" y="2856230"/>
            <a:ext cx="82550" cy="44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2950" y="2824480"/>
            <a:ext cx="63500" cy="63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81050" y="2754630"/>
            <a:ext cx="63500" cy="952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76300" y="2830830"/>
            <a:ext cx="50800" cy="952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2800" y="2754630"/>
            <a:ext cx="88900" cy="762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8850" y="3573779"/>
            <a:ext cx="57150" cy="381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4100" y="3732529"/>
            <a:ext cx="76200" cy="571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60450" y="3643629"/>
            <a:ext cx="69850" cy="762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0900" y="3548379"/>
            <a:ext cx="76200" cy="571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7100" y="3643629"/>
            <a:ext cx="57150" cy="571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6950" y="3757929"/>
            <a:ext cx="88900" cy="825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84200" y="3745229"/>
            <a:ext cx="152400" cy="2159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87400" y="3745229"/>
            <a:ext cx="146050" cy="2095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90269" y="3591560"/>
            <a:ext cx="45720" cy="5842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7700" y="3529329"/>
            <a:ext cx="222250" cy="2159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6480" y="3774440"/>
            <a:ext cx="45719" cy="52069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01700" y="3580129"/>
            <a:ext cx="82550" cy="8255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3570" y="3920490"/>
            <a:ext cx="284480" cy="45719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00760" y="3568700"/>
            <a:ext cx="83820" cy="45719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6800" y="3542029"/>
            <a:ext cx="63500" cy="635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90930" y="3465829"/>
            <a:ext cx="45719" cy="889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90930" y="3703320"/>
            <a:ext cx="45719" cy="444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60450" y="3421379"/>
            <a:ext cx="69850" cy="5715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95350" y="3412490"/>
            <a:ext cx="181609" cy="45719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50900" y="3421379"/>
            <a:ext cx="57150" cy="6350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42010" y="3472179"/>
            <a:ext cx="45720" cy="889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67740" y="3637279"/>
            <a:ext cx="110490" cy="4572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18210" y="3684270"/>
            <a:ext cx="45720" cy="6096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27100" y="3732529"/>
            <a:ext cx="63500" cy="571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7900" y="3751579"/>
            <a:ext cx="31750" cy="4572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25170" y="3737610"/>
            <a:ext cx="77470" cy="4572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62000" y="4545330"/>
            <a:ext cx="127000" cy="1016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52500" y="4545330"/>
            <a:ext cx="82550" cy="9525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69950" y="4843780"/>
            <a:ext cx="101600" cy="1079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79450" y="4856480"/>
            <a:ext cx="82550" cy="95250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57250" y="4564380"/>
            <a:ext cx="82550" cy="82550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14400" y="4564380"/>
            <a:ext cx="69850" cy="82550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38200" y="4659630"/>
            <a:ext cx="50800" cy="120650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38200" y="4754880"/>
            <a:ext cx="120650" cy="120650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19150" y="4411980"/>
            <a:ext cx="146050" cy="146050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30250" y="4615180"/>
            <a:ext cx="57150" cy="139700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723900" y="4729480"/>
            <a:ext cx="63500" cy="101600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62000" y="4799330"/>
            <a:ext cx="88900" cy="88900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39800" y="4615180"/>
            <a:ext cx="76200" cy="9525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882650" y="4678680"/>
            <a:ext cx="88900" cy="5715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38200" y="4634230"/>
            <a:ext cx="69850" cy="69850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731520" y="4916170"/>
            <a:ext cx="154939" cy="45720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49300" y="4850130"/>
            <a:ext cx="85090" cy="45720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9575800" y="6024880"/>
            <a:ext cx="1758950" cy="425450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239000" y="5828030"/>
            <a:ext cx="417830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39788" y="-1948627"/>
            <a:ext cx="7718611" cy="1066445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</a:pPr>
            <a:endParaRPr lang="en-IN" sz="4400" b="1" spc="-100" dirty="0" smtClean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 smtClean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4400" b="1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Start </a:t>
            </a:r>
            <a:r>
              <a:rPr lang="en-IN" sz="4400" b="1" spc="-100" dirty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 journey </a:t>
            </a:r>
            <a:r>
              <a:rPr lang="en-IN" sz="4400" b="1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</a:p>
          <a:p>
            <a:pPr algn="just">
              <a:lnSpc>
                <a:spcPct val="150000"/>
              </a:lnSpc>
            </a:pPr>
            <a:r>
              <a:rPr lang="en-US" sz="4400" b="1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algn="ctr">
              <a:lnSpc>
                <a:spcPct val="150000"/>
              </a:lnSpc>
            </a:pPr>
            <a:r>
              <a:rPr lang="en-US" sz="4400" b="1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Thank You</a:t>
            </a:r>
            <a:endParaRPr lang="en-IN" sz="4400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 smtClean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 smtClean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4400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spc="-100" dirty="0" smtClean="0">
                <a:solidFill>
                  <a:srgbClr val="27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spc="-100" dirty="0">
              <a:solidFill>
                <a:srgbClr val="27252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16155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</TotalTime>
  <Words>190</Words>
  <Application>Microsoft Office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Times New Roman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2026-02-28T05:31:16Z</dcterms:modified>
  <cp:category/>
</cp:coreProperties>
</file>